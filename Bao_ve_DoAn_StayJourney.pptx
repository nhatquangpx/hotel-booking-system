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THIẾT KẾ XÂY DỰNG HỆ THỐNG</a:t>
            </a:r>
            <a:br/>
            <a:r>
              <a:t>ĐẶT PHÒNG VÀ QUẢN LÝ KHÁCH SẠN TRỰC TUYẾN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  <a:r>
              <a:t>Hệ thống: </a:t>
            </a:r>
          </a:p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StayJourney</a:t>
            </a: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  <a:r>
              <a:t>Sinh viên thực hiện: </a:t>
            </a:r>
          </a:p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Đoàn Nhật Quang — MSSV 20225911</a:t>
            </a: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  <a:r>
              <a:t>quang.dn225911@sis.hust.edu.vn</a:t>
            </a: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  <a:r>
              <a:t>Giảng viên hướng dẫn: </a:t>
            </a:r>
          </a:p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ThS. Nguyễn Hồng Phương</a:t>
            </a: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  <a:r>
              <a:t>Chương trình: Công nghệ thông tin Việt-Nhật</a:t>
            </a: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  <a:r>
              <a:t>Khoa Công nghệ Thông tin và Truyền thông — ĐHBK Hà Nội</a:t>
            </a:r>
          </a:p>
          <a:p>
            <a:pPr>
              <a:spcAft>
                <a:spcPts val="200"/>
              </a:spcAft>
              <a:defRPr sz="1400" b="0">
                <a:solidFill>
                  <a:srgbClr val="CCD6E0"/>
                </a:solidFill>
              </a:defRPr>
            </a:pPr>
            <a:r>
              <a:t>Hà Nội, 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</a:defRPr>
            </a:pPr>
            <a:r>
              <a:t>1. Tổng quan đề tài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</a:defRPr>
            </a:pPr>
            <a:r>
              <a:t>2. Khảo sát &amp; Phân tích yêu cầu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</a:defRPr>
            </a:pPr>
            <a:r>
              <a:t>3. Thiết kế hệ thống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</a:defRPr>
            </a:pPr>
            <a:r>
              <a:t>4. Kết quả cài đặt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</a:defRPr>
            </a:pPr>
            <a:r>
              <a:t>5. Đóng góp &amp; Giải pháp nổi bật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</a:defRPr>
            </a:pPr>
            <a:r>
              <a:t>6. Kết luận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1. Tổng quan — Giới thiệu đề tài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Mục 1.1 –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Lý do: Nhu cầu đặt phòng trực tuyến tăng; KS vừa &amp; nhỏ vẫn quản lý thủ công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Hệ quả: Dữ liệu lệch, đặt trùng phòng, đối soát thanh toán khó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Khả thi: Web full-stack (React + Node.js + MongoDB), chi phí phù hợp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Giải pháp: StayJourney — nền tảng thống nhất cho chuỗi KS Việt Nam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4 vai trò: Guest · Owner · Staff · Admin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Mục tiêu: Gom luồng tìm kiếm → đặt phòng → thanh toán → vận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usecase_overview.png]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1. Tổng quan — Khảo sát hiện trạng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Mục 2.1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3A5C"/>
                          </a:solidFill>
                        </a:defRPr>
                      </a:pPr>
                      <a:r>
                        <a:t>Giải pháp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3A5C"/>
                          </a:solidFill>
                        </a:defRPr>
                      </a:pPr>
                      <a:r>
                        <a:t>Ưu điểm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3A5C"/>
                          </a:solidFill>
                        </a:defRPr>
                      </a:pPr>
                      <a:r>
                        <a:t>Hạn chế / Hướng kế thừa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Tiếp cận khách lớn, thanh toán tập trung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Phụ thuộc sàn; khó tùy biến QR, hoàn tiền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PMS thương mại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Vận hành nội bộ sâu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Chi phí cao; đào tạo phức tạp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Website riêng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Chủ động thương hiệu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Thiếu quản trị đa vai trò, đa KS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3434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StayJourney kế thừa đặt phòng trực tuyến + vận hành nội bộ gọn nhẹ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Phân quyền theo vai trò &amp; khách sạn; thanh toán QR/VNPay theo từng 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2. Phân tích — Use case tổng quát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Mục 2.2.1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usecase_overview.png]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2. Phân tích — Phân rã Use case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Đặt phòng · Quản lý đơn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usecase_booking.png]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usecase_manage_booking.png]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2. Phân tích — Quy trình nghiệp vụ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Đặt phòng &amp; Lưu trú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flow_booking.png]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flow_stay.png]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2. Phân tích — Biểu đồ trình tự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Đặt phòng online · Hủy đơn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sequence_online_booking.png]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5156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sequence_cancel_booking.png]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3. Thiết kế — Kiến trúc tổng thể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Three-layer · Client–Server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Presentation: React 18 + Vite + SCSS (SPA responsive)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Business: Node.js + Express — booking, payment, pricing…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Data: MongoDB (Mongoose) + Cloudinary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Bảo mật: JWT HttpOnly cookie · CSRF · 2FA OTP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Realtime: Socket.IO · Cron: hủy đơn pending, sale hết hạn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05156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arch_three_layer.png]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3. Thiết kế — Sơ đồ gói &amp; Đặt phòng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Mục 4.1.3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5760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package_overview.png]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77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package_booking_payment.png]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3. Thiết kế — Biểu đồ lớp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4 lớp: Boundary · Control · Entity ·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class_diagram.png]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3. Thiết kế — Cơ sở dữ liệu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ERD logic · 9 collections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erd.png]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64592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users · hotels · rooms · bookings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reviews · salePromotions · notifications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paymentTransactions · contactMessages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ObjectId tham chiếu · schema Mongoose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3. Thiết kế — Giao diện người dùng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Responsive · Material Design · SCSS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4 portal theo vai trò: / · /owner · /staff · /admin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Bảng màu chủ đạo: #A0826D (nâu ấm) + navy #1A3A5C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Font Gilroy · Toastify phản hồi góc phải trên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Breakpoint: mobile &lt; 768px · tablet · desktop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Component tái sử dụng: modal, calendar, room map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Protected route + redirect theo role sau đăng nhập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05156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ui_guest.png]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4. Kết quả cài đặt — Giao diện Guest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Tìm KS · Đặt phòng · Thanh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ui_guest.png]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4. Kết quả cài đặt — Owner &amp; Thanh toán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Xác nhận QR · Quản lý đơn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ui_payment_owner.png]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4. Kết quả cài đặt — Admin &amp; Kiểm thử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~65.000 LOC · 161 test cases · 100%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[Thiếu ảnh: ui_admin.png]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Jest + Supertest + mongodb-memory-server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Auth, booking lifecycle, payment, authorization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Dev: localhost:3000 / :8001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VNPay Sandbox · Cloudinary · Gmail SMTP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5. Đóng góp — Gợi ý giá theo quy tắc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Rule-based price suggestion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3 hệ số: lấp đầy (occ) · mùa/lễ (season) · thứ trong tuần (history 84 ngày)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Công thức: suggested = round(avgPrice × m_occ × m_sea × m_hist)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Kẹp an toàn: 75% – 135% giá trung bình hiện tại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Có giải thích từng hệ số — chỉ áp dụng khi Owner xác nhận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Không dùng ML — phù hợp KS vừa &amp; nhỏ, dữ liệu còn 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5. Đóng góp — Giải pháp kỹ thuật nổi bật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Mục 5 &amp; Chương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Two-channel notification: cá nhân + theo khách sạn (write-before-push)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Socket.IO realtime — Staff/Owner phản hồi nhanh đơn mới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Chặn đặt trùng phòng khi nhiều khách đặt song song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Thời hạn giữ phòng pending + cron tự hủy (Asia/Ho_Chi_Minh)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Đa vai trò trên một nền tảng: refund policy &amp; QR theo từng KS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CSRF double-submit + JWT HttpOnly + 2FA OTP (Admin/Owner)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6. Kết luận</a:t>
            </a:r>
          </a:p>
          <a:p>
            <a:pPr>
              <a:spcBef>
                <a:spcPts val="400"/>
              </a:spcBef>
              <a:defRPr sz="1400">
                <a:solidFill>
                  <a:srgbClr val="666666"/>
                </a:solidFill>
              </a:defRPr>
            </a:pPr>
            <a:r>
              <a:t>Đạt được · Hạn chế ·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3566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0826D"/>
                </a:solidFill>
              </a:defRPr>
            </a:pPr>
            <a:r>
              <a:t>Đạt được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✓ Hoàn thiện StayJourney — 4 vai trò, luồng nghiệp vụ chính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✓ 161/161 test API pass · Giao diện responsive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✓ Tích hợp VNPay Sandbox, QR, Socket.IO, gợi ý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80160"/>
            <a:ext cx="3566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0826D"/>
                </a:solidFill>
              </a:defRPr>
            </a:pPr>
            <a:r>
              <a:t>Hạn chế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△ Chưa deploy production / HTTPS / CI-CD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△ VNPay Sandbox; chưa E2E test tự động UI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△ Check-in đơn giản; chưa Web Push, TOTP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280160"/>
            <a:ext cx="3566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0826D"/>
                </a:solidFill>
              </a:defRPr>
            </a:pPr>
            <a:r>
              <a:t>Hướng PT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→ Triển khai cloud + domain thật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→ E2E test (Cypress/Playwright)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→ Mở rộng: đa phòng/đơn, RM nâng cao,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StayJourney — Đồ án tốt nghiệp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54680"/>
            <a:ext cx="12191695" cy="73152"/>
          </a:xfrm>
          <a:prstGeom prst="rect">
            <a:avLst/>
          </a:prstGeom>
          <a:solidFill>
            <a:srgbClr val="A0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CẢM ƠN QUÝ THẦY CÔ</a:t>
            </a:r>
            <a:br/>
            <a:r>
              <a:t>ĐÃ LẮNG NGHE!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D6E0"/>
                </a:solidFill>
              </a:defRPr>
            </a:pPr>
            <a:r>
              <a:t>Sẵn sàng trả lời câu hỏi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BBCC"/>
                </a:solidFill>
              </a:defRPr>
            </a:pPr>
            <a:r>
              <a:t>Đoàn Nhật Quang · quang.dn225911@sis.hust.edu.vn · StayJourney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